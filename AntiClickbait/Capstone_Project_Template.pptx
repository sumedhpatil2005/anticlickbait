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8"/>
  </p:notesMasterIdLst>
  <p:sldIdLst>
    <p:sldId id="1300" r:id="rId5"/>
    <p:sldId id="1349" r:id="rId6"/>
    <p:sldId id="1291" r:id="rId7"/>
    <p:sldId id="1350" r:id="rId8"/>
    <p:sldId id="1351" r:id="rId9"/>
    <p:sldId id="1352" r:id="rId10"/>
    <p:sldId id="1353" r:id="rId11"/>
    <p:sldId id="1358" r:id="rId12"/>
    <p:sldId id="1354" r:id="rId13"/>
    <p:sldId id="1355" r:id="rId14"/>
    <p:sldId id="1356" r:id="rId15"/>
    <p:sldId id="1359" r:id="rId16"/>
    <p:sldId id="1250" r:id="rId17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2772F-4E1E-9DC9-A5FD-949F4950CD36}" v="9" dt="2025-10-24T03:59:56.016"/>
    <p1510:client id="{A58C3A56-57CE-80D1-A901-D004512908F5}" v="48" dt="2025-10-23T12:09:57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482"/>
  </p:normalViewPr>
  <p:slideViewPr>
    <p:cSldViewPr snapToGrid="0">
      <p:cViewPr varScale="1">
        <p:scale>
          <a:sx n="75" d="100"/>
          <a:sy n="75" d="100"/>
        </p:scale>
        <p:origin x="946" y="6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2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in Prajapati" userId="S::pravin@edunetfoundation.org::9f0ce95f-5aee-43b0-8285-2e8ab565fdaa" providerId="AD" clId="Web-{A58C3A56-57CE-80D1-A901-D004512908F5}"/>
    <pc:docChg chg="addSld delSld modSld">
      <pc:chgData name="Pravin Prajapati" userId="S::pravin@edunetfoundation.org::9f0ce95f-5aee-43b0-8285-2e8ab565fdaa" providerId="AD" clId="Web-{A58C3A56-57CE-80D1-A901-D004512908F5}" dt="2025-10-23T12:09:57.813" v="25" actId="20577"/>
      <pc:docMkLst>
        <pc:docMk/>
      </pc:docMkLst>
      <pc:sldChg chg="delSp">
        <pc:chgData name="Pravin Prajapati" userId="S::pravin@edunetfoundation.org::9f0ce95f-5aee-43b0-8285-2e8ab565fdaa" providerId="AD" clId="Web-{A58C3A56-57CE-80D1-A901-D004512908F5}" dt="2025-10-23T12:07:12.214" v="0"/>
        <pc:sldMkLst>
          <pc:docMk/>
          <pc:sldMk cId="2746043547" sldId="1291"/>
        </pc:sldMkLst>
        <pc:cxnChg chg="del">
          <ac:chgData name="Pravin Prajapati" userId="S::pravin@edunetfoundation.org::9f0ce95f-5aee-43b0-8285-2e8ab565fdaa" providerId="AD" clId="Web-{A58C3A56-57CE-80D1-A901-D004512908F5}" dt="2025-10-23T12:07:12.214" v="0"/>
          <ac:cxnSpMkLst>
            <pc:docMk/>
            <pc:sldMk cId="2746043547" sldId="1291"/>
            <ac:cxnSpMk id="12" creationId="{1365C893-2FDF-21FF-3B51-777D91501B7C}"/>
          </ac:cxnSpMkLst>
        </pc:cxnChg>
      </pc:sldChg>
      <pc:sldChg chg="new del">
        <pc:chgData name="Pravin Prajapati" userId="S::pravin@edunetfoundation.org::9f0ce95f-5aee-43b0-8285-2e8ab565fdaa" providerId="AD" clId="Web-{A58C3A56-57CE-80D1-A901-D004512908F5}" dt="2025-10-23T12:09:12.281" v="3"/>
        <pc:sldMkLst>
          <pc:docMk/>
          <pc:sldMk cId="912134332" sldId="1357"/>
        </pc:sldMkLst>
      </pc:sldChg>
      <pc:sldChg chg="modSp add replId">
        <pc:chgData name="Pravin Prajapati" userId="S::pravin@edunetfoundation.org::9f0ce95f-5aee-43b0-8285-2e8ab565fdaa" providerId="AD" clId="Web-{A58C3A56-57CE-80D1-A901-D004512908F5}" dt="2025-10-23T12:09:57.813" v="25" actId="20577"/>
        <pc:sldMkLst>
          <pc:docMk/>
          <pc:sldMk cId="668566840" sldId="1358"/>
        </pc:sldMkLst>
        <pc:spChg chg="mod">
          <ac:chgData name="Pravin Prajapati" userId="S::pravin@edunetfoundation.org::9f0ce95f-5aee-43b0-8285-2e8ab565fdaa" providerId="AD" clId="Web-{A58C3A56-57CE-80D1-A901-D004512908F5}" dt="2025-10-23T12:09:57.813" v="25" actId="20577"/>
          <ac:spMkLst>
            <pc:docMk/>
            <pc:sldMk cId="668566840" sldId="1358"/>
            <ac:spMk id="2" creationId="{20FF50A4-5ED8-3FB1-7BC6-C928C539FDC4}"/>
          </ac:spMkLst>
        </pc:spChg>
      </pc:sldChg>
    </pc:docChg>
  </pc:docChgLst>
  <pc:docChgLst>
    <pc:chgData name="Pravin Prajapati" userId="S::pravin@edunetfoundation.org::9f0ce95f-5aee-43b0-8285-2e8ab565fdaa" providerId="AD" clId="Web-{2DB2772F-4E1E-9DC9-A5FD-949F4950CD36}"/>
    <pc:docChg chg="modSld">
      <pc:chgData name="Pravin Prajapati" userId="S::pravin@edunetfoundation.org::9f0ce95f-5aee-43b0-8285-2e8ab565fdaa" providerId="AD" clId="Web-{2DB2772F-4E1E-9DC9-A5FD-949F4950CD36}" dt="2025-10-24T03:59:56.016" v="8" actId="1076"/>
      <pc:docMkLst>
        <pc:docMk/>
      </pc:docMkLst>
      <pc:sldChg chg="modSp">
        <pc:chgData name="Pravin Prajapati" userId="S::pravin@edunetfoundation.org::9f0ce95f-5aee-43b0-8285-2e8ab565fdaa" providerId="AD" clId="Web-{2DB2772F-4E1E-9DC9-A5FD-949F4950CD36}" dt="2025-10-24T03:59:56.016" v="8" actId="1076"/>
        <pc:sldMkLst>
          <pc:docMk/>
          <pc:sldMk cId="3544365122" sldId="1250"/>
        </pc:sldMkLst>
        <pc:spChg chg="mod">
          <ac:chgData name="Pravin Prajapati" userId="S::pravin@edunetfoundation.org::9f0ce95f-5aee-43b0-8285-2e8ab565fdaa" providerId="AD" clId="Web-{2DB2772F-4E1E-9DC9-A5FD-949F4950CD36}" dt="2025-10-24T03:59:56.016" v="8" actId="1076"/>
          <ac:spMkLst>
            <pc:docMk/>
            <pc:sldMk cId="3544365122" sldId="1250"/>
            <ac:spMk id="3" creationId="{0C30A77F-BE9B-73CB-CC7F-A1F8B5B87AB9}"/>
          </ac:spMkLst>
        </pc:spChg>
      </pc:sldChg>
      <pc:sldChg chg="delSp">
        <pc:chgData name="Pravin Prajapati" userId="S::pravin@edunetfoundation.org::9f0ce95f-5aee-43b0-8285-2e8ab565fdaa" providerId="AD" clId="Web-{2DB2772F-4E1E-9DC9-A5FD-949F4950CD36}" dt="2025-10-24T03:59:20.516" v="0"/>
        <pc:sldMkLst>
          <pc:docMk/>
          <pc:sldMk cId="4094747440" sldId="1350"/>
        </pc:sldMkLst>
        <pc:cxnChg chg="del">
          <ac:chgData name="Pravin Prajapati" userId="S::pravin@edunetfoundation.org::9f0ce95f-5aee-43b0-8285-2e8ab565fdaa" providerId="AD" clId="Web-{2DB2772F-4E1E-9DC9-A5FD-949F4950CD36}" dt="2025-10-24T03:59:20.516" v="0"/>
          <ac:cxnSpMkLst>
            <pc:docMk/>
            <pc:sldMk cId="4094747440" sldId="1350"/>
            <ac:cxnSpMk id="12" creationId="{C9D36B33-2DAC-4F13-4E60-E206B01FE04F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22.891" v="1"/>
        <pc:sldMkLst>
          <pc:docMk/>
          <pc:sldMk cId="3284349145" sldId="1351"/>
        </pc:sldMkLst>
        <pc:cxnChg chg="del">
          <ac:chgData name="Pravin Prajapati" userId="S::pravin@edunetfoundation.org::9f0ce95f-5aee-43b0-8285-2e8ab565fdaa" providerId="AD" clId="Web-{2DB2772F-4E1E-9DC9-A5FD-949F4950CD36}" dt="2025-10-24T03:59:22.891" v="1"/>
          <ac:cxnSpMkLst>
            <pc:docMk/>
            <pc:sldMk cId="3284349145" sldId="1351"/>
            <ac:cxnSpMk id="12" creationId="{A6FCDAF6-8CC4-501B-E7B6-453DC4924D09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25.813" v="2"/>
        <pc:sldMkLst>
          <pc:docMk/>
          <pc:sldMk cId="3937326058" sldId="1352"/>
        </pc:sldMkLst>
        <pc:cxnChg chg="del">
          <ac:chgData name="Pravin Prajapati" userId="S::pravin@edunetfoundation.org::9f0ce95f-5aee-43b0-8285-2e8ab565fdaa" providerId="AD" clId="Web-{2DB2772F-4E1E-9DC9-A5FD-949F4950CD36}" dt="2025-10-24T03:59:25.813" v="2"/>
          <ac:cxnSpMkLst>
            <pc:docMk/>
            <pc:sldMk cId="3937326058" sldId="1352"/>
            <ac:cxnSpMk id="12" creationId="{13C30159-1BB7-8E93-3ABC-73786A089387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28.766" v="3"/>
        <pc:sldMkLst>
          <pc:docMk/>
          <pc:sldMk cId="1247416098" sldId="1353"/>
        </pc:sldMkLst>
        <pc:cxnChg chg="del">
          <ac:chgData name="Pravin Prajapati" userId="S::pravin@edunetfoundation.org::9f0ce95f-5aee-43b0-8285-2e8ab565fdaa" providerId="AD" clId="Web-{2DB2772F-4E1E-9DC9-A5FD-949F4950CD36}" dt="2025-10-24T03:59:28.766" v="3"/>
          <ac:cxnSpMkLst>
            <pc:docMk/>
            <pc:sldMk cId="1247416098" sldId="1353"/>
            <ac:cxnSpMk id="12" creationId="{1ADAE0B2-C9ED-491C-8F68-0E6205CBB90D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37.797" v="5"/>
        <pc:sldMkLst>
          <pc:docMk/>
          <pc:sldMk cId="4151153574" sldId="1354"/>
        </pc:sldMkLst>
        <pc:cxnChg chg="del">
          <ac:chgData name="Pravin Prajapati" userId="S::pravin@edunetfoundation.org::9f0ce95f-5aee-43b0-8285-2e8ab565fdaa" providerId="AD" clId="Web-{2DB2772F-4E1E-9DC9-A5FD-949F4950CD36}" dt="2025-10-24T03:59:37.797" v="5"/>
          <ac:cxnSpMkLst>
            <pc:docMk/>
            <pc:sldMk cId="4151153574" sldId="1354"/>
            <ac:cxnSpMk id="12" creationId="{8683DCBC-7A8C-07A8-ECE3-2959C5777DBD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43.579" v="6"/>
        <pc:sldMkLst>
          <pc:docMk/>
          <pc:sldMk cId="154726197" sldId="1355"/>
        </pc:sldMkLst>
        <pc:cxnChg chg="del">
          <ac:chgData name="Pravin Prajapati" userId="S::pravin@edunetfoundation.org::9f0ce95f-5aee-43b0-8285-2e8ab565fdaa" providerId="AD" clId="Web-{2DB2772F-4E1E-9DC9-A5FD-949F4950CD36}" dt="2025-10-24T03:59:43.579" v="6"/>
          <ac:cxnSpMkLst>
            <pc:docMk/>
            <pc:sldMk cId="154726197" sldId="1355"/>
            <ac:cxnSpMk id="12" creationId="{205A772F-AA2F-0824-304C-1925559E5831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46.704" v="7"/>
        <pc:sldMkLst>
          <pc:docMk/>
          <pc:sldMk cId="459288522" sldId="1356"/>
        </pc:sldMkLst>
        <pc:cxnChg chg="del">
          <ac:chgData name="Pravin Prajapati" userId="S::pravin@edunetfoundation.org::9f0ce95f-5aee-43b0-8285-2e8ab565fdaa" providerId="AD" clId="Web-{2DB2772F-4E1E-9DC9-A5FD-949F4950CD36}" dt="2025-10-24T03:59:46.704" v="7"/>
          <ac:cxnSpMkLst>
            <pc:docMk/>
            <pc:sldMk cId="459288522" sldId="1356"/>
            <ac:cxnSpMk id="12" creationId="{0775EF88-7E4D-D10C-498C-A7D20A3B78E2}"/>
          </ac:cxnSpMkLst>
        </pc:cxnChg>
      </pc:sldChg>
      <pc:sldChg chg="delSp">
        <pc:chgData name="Pravin Prajapati" userId="S::pravin@edunetfoundation.org::9f0ce95f-5aee-43b0-8285-2e8ab565fdaa" providerId="AD" clId="Web-{2DB2772F-4E1E-9DC9-A5FD-949F4950CD36}" dt="2025-10-24T03:59:31.141" v="4"/>
        <pc:sldMkLst>
          <pc:docMk/>
          <pc:sldMk cId="668566840" sldId="1358"/>
        </pc:sldMkLst>
        <pc:cxnChg chg="del">
          <ac:chgData name="Pravin Prajapati" userId="S::pravin@edunetfoundation.org::9f0ce95f-5aee-43b0-8285-2e8ab565fdaa" providerId="AD" clId="Web-{2DB2772F-4E1E-9DC9-A5FD-949F4950CD36}" dt="2025-10-24T03:59:31.141" v="4"/>
          <ac:cxnSpMkLst>
            <pc:docMk/>
            <pc:sldMk cId="668566840" sldId="1358"/>
            <ac:cxnSpMk id="12" creationId="{A6C6BB3A-F3B9-0F2E-CC31-86B3D411AEC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978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D97FCEE-C2A8-37D5-A996-49BB545B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975B8980-94AA-8A6F-430D-0494B7C176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A7D6731-161F-2215-BDD4-38D7B762C4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4211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108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B634D27-F068-EBEB-8770-15B1970F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EC7E5E5-08B1-E327-1392-BDBF84524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62BD9A5-ADCC-1A80-1BEB-CABC569E0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731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C7FEBF0-06E5-C2B8-032E-BD1140E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1C6BB7A9-64CC-4552-CA05-10714EF8D5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96E12A9-0FB9-1C33-EAD4-8BC34D67D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0100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12BB92-19C5-FEAF-8CF0-0A26FF157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D21BCEAF-EE14-3457-B94E-B4E055AD9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E33C037B-43A5-DBE4-60BB-7D8372DCD2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613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05ABAFC-C9BD-AB1E-8A8A-9EDC55689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3CC989CB-9A3F-2F71-382B-9645325FE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EAE55A1-FB6B-6141-FCEA-50C1C0732E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7441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E97757C-C9C8-D062-5A0A-E627466A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EFC4385-9F62-DE91-1C49-25EFFAA50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3177FAE6-75CC-FEF9-3CAC-8FE5239D6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390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F84F44-6F11-41C0-2531-B2D8400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CFFEF418-B406-D0A7-8310-136EE464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7A9698E-E051-C03D-505A-30B549F0D0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060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2949AFF-78D6-50DA-B607-940763F2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361DAE3-574F-2869-A475-53A418F0F3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598F59E-E26E-B08C-63A5-3796B21899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0775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839BF32-23F1-0514-1672-5AE4AB5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EF06C08A-200A-0E8C-55D0-5D4BC07B5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C29C00B7-3928-D803-DCB2-F342254D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3277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AA6C3CF-F873-E868-91DB-15120F75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94A28D9-4DCB-7A0C-5395-6558B860B1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77513243-5037-19A9-5A2D-B5B8C7DD5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2045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 dirty="0">
                <a:solidFill>
                  <a:srgbClr val="223366"/>
                </a:solidFill>
              </a:rPr>
              <a:t>Thank You !!</a:t>
            </a:r>
            <a:endParaRPr lang="en-US" sz="1100" b="1" spc="-5" dirty="0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8C18A-94E2-AE13-8B06-BA9F6BD6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8089E-5BFA-40F0-B876-ADFE03496B7F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892B4-0FB0-425D-7C43-06BB328A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29878-4D45-882F-621F-195E0CE4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3122C-94FD-45B7-812A-8C690DBDD3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3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8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8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1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19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42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17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2540B31-8123-24C6-B0F3-4444B51E9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9AA95F-56F4-3F03-5804-8F7C6AFCE0BB}"/>
              </a:ext>
            </a:extLst>
          </p:cNvPr>
          <p:cNvSpPr/>
          <p:nvPr/>
        </p:nvSpPr>
        <p:spPr>
          <a:xfrm>
            <a:off x="8687544" y="584200"/>
            <a:ext cx="2110444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95316D-1E70-9E4D-C82D-DC6493EC4CED}"/>
              </a:ext>
            </a:extLst>
          </p:cNvPr>
          <p:cNvSpPr txBox="1"/>
          <p:nvPr/>
        </p:nvSpPr>
        <p:spPr>
          <a:xfrm>
            <a:off x="4093474" y="2008766"/>
            <a:ext cx="728011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4000" b="1">
                <a:solidFill>
                  <a:schemeClr val="bg1"/>
                </a:solidFill>
              </a:rPr>
              <a:t>Capstone Project Title/Name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2A27540A-9E08-71C9-C49B-6AA04DE6EB1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943" y="867733"/>
            <a:ext cx="1263157" cy="4108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C3452E-282B-E1CE-1049-3451E4122F16}"/>
              </a:ext>
            </a:extLst>
          </p:cNvPr>
          <p:cNvSpPr txBox="1"/>
          <p:nvPr/>
        </p:nvSpPr>
        <p:spPr>
          <a:xfrm>
            <a:off x="4760259" y="3494967"/>
            <a:ext cx="6347011" cy="2390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&lt;Team Lead Name&gt;</a:t>
            </a:r>
          </a:p>
          <a:p>
            <a:r>
              <a:rPr lang="en-IN">
                <a:solidFill>
                  <a:schemeClr val="bg1"/>
                </a:solidFill>
              </a:rPr>
              <a:t>&lt;Team Member 1&gt;</a:t>
            </a:r>
          </a:p>
          <a:p>
            <a:r>
              <a:rPr lang="en-IN" sz="1850">
                <a:solidFill>
                  <a:schemeClr val="bg1"/>
                </a:solidFill>
              </a:rPr>
              <a:t>&lt;Team Member 2&gt; </a:t>
            </a:r>
          </a:p>
          <a:p>
            <a:r>
              <a:rPr lang="en-IN" sz="1850">
                <a:solidFill>
                  <a:schemeClr val="bg1"/>
                </a:solidFill>
              </a:rPr>
              <a:t>&lt;Team Member 3&gt; </a:t>
            </a:r>
          </a:p>
          <a:p>
            <a:r>
              <a:rPr lang="en-IN" sz="1850">
                <a:solidFill>
                  <a:schemeClr val="bg1"/>
                </a:solidFill>
              </a:rPr>
              <a:t>&lt;Team Member 4&gt; </a:t>
            </a:r>
          </a:p>
          <a:p>
            <a:r>
              <a:rPr lang="en-IN">
                <a:solidFill>
                  <a:schemeClr val="bg1"/>
                </a:solidFill>
              </a:rPr>
              <a:t>                                                          &lt;Mentor Name&gt;</a:t>
            </a:r>
          </a:p>
          <a:p>
            <a:endParaRPr lang="en-IN">
              <a:solidFill>
                <a:schemeClr val="bg1"/>
              </a:solidFill>
            </a:endParaRPr>
          </a:p>
          <a:p>
            <a:r>
              <a:rPr lang="en-IN">
                <a:solidFill>
                  <a:schemeClr val="bg1"/>
                </a:solidFill>
              </a:rPr>
              <a:t>College Name -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95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82100C0-8C1F-4181-DD75-D87774F4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DF1CE7-F465-D81C-97B0-79E3F2480924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583006E0-F63C-4BA4-389D-C91A4075610B}"/>
              </a:ext>
            </a:extLst>
          </p:cNvPr>
          <p:cNvSpPr txBox="1">
            <a:spLocks noGrp="1"/>
          </p:cNvSpPr>
          <p:nvPr/>
        </p:nvSpPr>
        <p:spPr>
          <a:xfrm>
            <a:off x="407838" y="873305"/>
            <a:ext cx="5025142" cy="68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000" b="1" dirty="0">
                <a:solidFill>
                  <a:srgbClr val="213163"/>
                </a:solidFill>
              </a:rPr>
              <a:t>Project Outline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4668EA-F609-4C8E-7E33-C8D4F3A3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65" y="1124611"/>
            <a:ext cx="4602826" cy="4613712"/>
          </a:xfrm>
          <a:prstGeom prst="rect">
            <a:avLst/>
          </a:prstGeom>
        </p:spPr>
      </p:pic>
      <p:sp>
        <p:nvSpPr>
          <p:cNvPr id="8" name="Google Shape;62;g5fab984687_2_0">
            <a:extLst>
              <a:ext uri="{FF2B5EF4-FFF2-40B4-BE49-F238E27FC236}">
                <a16:creationId xmlns:a16="http://schemas.microsoft.com/office/drawing/2014/main" id="{761FE11B-F08F-EA24-6ECA-6D0A1BF1E903}"/>
              </a:ext>
            </a:extLst>
          </p:cNvPr>
          <p:cNvSpPr txBox="1"/>
          <p:nvPr/>
        </p:nvSpPr>
        <p:spPr>
          <a:xfrm>
            <a:off x="407838" y="1715981"/>
            <a:ext cx="5369163" cy="318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Problem Statement and Objectives</a:t>
            </a:r>
            <a:endParaRPr lang="en-US" sz="1100" dirty="0"/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Modelling/Block Diagram/Flow of Project (Flowchart)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Future Perspective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Reference (Datalink, </a:t>
            </a:r>
            <a:r>
              <a:rPr lang="en-US" sz="1600" dirty="0" err="1"/>
              <a:t>Github</a:t>
            </a:r>
            <a:r>
              <a:rPr lang="en-US" sz="1600" dirty="0"/>
              <a:t>, </a:t>
            </a:r>
            <a:r>
              <a:rPr lang="en-US" sz="1600" dirty="0" err="1"/>
              <a:t>Anyother</a:t>
            </a:r>
            <a:r>
              <a:rPr lang="en-US" sz="1600" dirty="0"/>
              <a:t> websites)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2668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AFAD5-578C-DC2D-F127-90FF4287354D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Problem Statement and Objectives 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274604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CFA96E3-C7EB-55DF-2AA8-2936B30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BEBBBA-5CF4-5202-786C-054FC76F51F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Project Overview - Introduction</a:t>
            </a:r>
            <a:endParaRPr lang="en-US" sz="1850"/>
          </a:p>
        </p:txBody>
      </p:sp>
    </p:spTree>
    <p:extLst>
      <p:ext uri="{BB962C8B-B14F-4D97-AF65-F5344CB8AC3E}">
        <p14:creationId xmlns:p14="http://schemas.microsoft.com/office/powerpoint/2010/main" val="4094747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2ED5FB8-425A-4665-42F5-5CC706CC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9B8291-8A2E-40AC-9C88-A70F47D7B60C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End Users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4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3201705-0A2B-4BCF-297B-D9722E1C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5BFC9B-AE6E-0231-F153-9FA6A53336DE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Wow Factors in Project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26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DA83078-77BF-8732-F35D-B5E0418E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3A1D2-BA94-C28C-CC33-20F2A8CBF8E6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Modelling/Block Diagram/Flow of Project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16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99CD92D-A575-8307-4352-F0BA81EB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F50A4-5ED8-3FB1-7BC6-C928C539FDC4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668566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514D052-F397-BC36-1052-36D19CF5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B80B1-3B59-EA2F-68D8-475020EC920F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Result/Outcomes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5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2F31CEF-5515-4F5D-1100-281FEB2D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B0A38-E51F-FAB3-43A3-E6F66F53FEEB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Conclusion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6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D19869F-96B9-5203-AAF3-45AE6C4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D9D66-F842-8A54-E13C-54231FFCB3A9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>
                <a:solidFill>
                  <a:srgbClr val="213163"/>
                </a:solidFill>
              </a:rPr>
              <a:t>Future Perspective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88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8CAF2BD-0A26-78A5-48C5-ECF49C84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3732ED-B82F-3FCC-850D-60E96822478A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67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2934286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117</Words>
  <Application>Microsoft Office PowerPoint</Application>
  <PresentationFormat>Widescreen</PresentationFormat>
  <Paragraphs>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Sarthak Narnor</cp:lastModifiedBy>
  <cp:revision>10</cp:revision>
  <dcterms:modified xsi:type="dcterms:W3CDTF">2026-01-02T06:11:39Z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9933309E-0FFA-4A0C-99DC-6F95618B9D68</vt:lpwstr>
  </property>
  <property fmtid="{D5CDD505-2E9C-101B-9397-08002B2CF9AE}" pid="4" name="ArticulatePath">
    <vt:lpwstr>https://edunetfoundationorg-my.sharepoint.com/personal/kaisar_edunetfoundation_org/Documents/Beutified ppt/Microsoft Shell/Skills4Future/Temp</vt:lpwstr>
  </property>
</Properties>
</file>